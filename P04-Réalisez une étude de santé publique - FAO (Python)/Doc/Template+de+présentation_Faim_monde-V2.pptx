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2233f607d4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9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1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4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25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panoramique avec légende">
  <p:cSld name="Image panoramique avec légen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7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7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de nom">
  <p:cSld name="Carte de nom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8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0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rect b="b" l="l" r="r" t="t"/>
            <a:pathLst>
              <a:path extrusionOk="0" h="5556552" w="685800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Julien Laole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FAO</a:t>
            </a:r>
            <a:endParaRPr/>
          </a:p>
        </p:txBody>
      </p:sp>
      <p:sp>
        <p:nvSpPr>
          <p:cNvPr id="123" name="Google Shape;123;p1"/>
          <p:cNvSpPr txBox="1"/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descr="Tout savoir sur les bienfaits d'une alimentation bio pour bébé | Autour de  bébé | Conseils" id="124" name="Google Shape;1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497385"/>
            <a:ext cx="6553200" cy="3360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5638800" y="3497385"/>
            <a:ext cx="2293257" cy="1367463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Changer l’image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7899401" y="2501803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Rappel de ce que nous devons faire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>
                <a:latin typeface="Century Gothic"/>
                <a:ea typeface="Century Gothic"/>
                <a:cs typeface="Century Gothic"/>
                <a:sym typeface="Century Gothic"/>
              </a:rPr>
              <a:t>Présentation des types de données à analyser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138" name="Google Shape;138;p3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823925" y="2222275"/>
            <a:ext cx="3691200" cy="3783000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Comment j’ai fait mon analyse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Attention, il faut s’adapter à l’interlocuteur (pas trop de technique)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Vérifier que l’interlocuteur comprend  bien les choses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Penser à commenter les slides pendant la présentation mais à ne pas les lire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878750" y="3605500"/>
            <a:ext cx="2653800" cy="2716200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Est-ce que le RGPD s’applique dans notre projet ?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899401" y="2501803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veut montrer le nombre de personnes et le % de personnes en état de sous-nutrition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=&gt; Expliciter le chiffre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53" name="Google Shape;153;p5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Chiffre à calculer avec la disponibilité alimentaire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Combien de Kcal par personne et par jour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Justification du chiffre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Même calcul que précédemment mais avec uniquement les végétaux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760001" y="1510444"/>
            <a:ext cx="3432000" cy="2582400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Donner la part de l’alimentation humaine, animale et perdue (est-ce qu’on peut aussi calculer les autres ?)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=&gt; Graphique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372801" y="4310269"/>
            <a:ext cx="3432000" cy="2582400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Equation </a:t>
            </a:r>
            <a:endParaRPr b="1" i="0" sz="1600" u="sng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+ Importations - Exportations + Variation de stock</a:t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Disponibilité intérieure</a:t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Semences + Pertes + Nourriture + Aliments pour animaux + Traitement + Autres utilisations</a:t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158575" y="1833025"/>
            <a:ext cx="4596600" cy="4914600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Noms des céréales que j’ai récupérés sur le site de la FAO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Blé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Riz (Eq Blanchi)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Maïs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Seigle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Avoine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Millet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Sorgho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Céréales,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Est-ce qu’il ne faut donner que le total ou le détail par céréales et pour les humains et les animaux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 ne sais pas encore, à voir.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sp>
        <p:nvSpPr>
          <p:cNvPr id="182" name="Google Shape;182;p9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Graphique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Tableau de chiffres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À voir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sp>
        <p:nvSpPr>
          <p:cNvPr id="189" name="Google Shape;189;p10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Tableau de chiffres ?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Podium ? </a:t>
            </a: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À voir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sp>
        <p:nvSpPr>
          <p:cNvPr id="196" name="Google Shape;196;g2233f607d43_0_0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7" name="Google Shape;197;g2233f607d43_0_0"/>
          <p:cNvSpPr/>
          <p:nvPr/>
        </p:nvSpPr>
        <p:spPr>
          <a:xfrm>
            <a:off x="7835901" y="2840469"/>
            <a:ext cx="3432000" cy="2582400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Graphique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Tableau de chiffres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À voir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sp>
        <p:nvSpPr>
          <p:cNvPr id="203" name="Google Shape;203;p11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7827809" y="2824285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Graphique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Tableau de chiffres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Podium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À voir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sp>
        <p:nvSpPr>
          <p:cNvPr id="210" name="Google Shape;210;p1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Graphique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Tableau de chiffres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Podium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À voir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17" name="Google Shape;217;p13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7835901" y="2840469"/>
            <a:ext cx="3432024" cy="3742364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Donner la part de personnes en état de sous- nutrition pour ce pays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Regarder les exportations et la production de Manioc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Est-ce que c’est logique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 est la disponibilité par habitant pour la Thaïlande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11) Analyses complémentaires</a:t>
            </a:r>
            <a:endParaRPr sz="3200"/>
          </a:p>
        </p:txBody>
      </p:sp>
      <p:sp>
        <p:nvSpPr>
          <p:cNvPr id="224" name="Google Shape;224;p14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7835901" y="2840469"/>
            <a:ext cx="3432024" cy="3742364"/>
          </a:xfrm>
          <a:prstGeom prst="rect">
            <a:avLst/>
          </a:prstGeom>
          <a:solidFill>
            <a:srgbClr val="FFFF00"/>
          </a:solidFill>
          <a:ln cap="rnd" cmpd="sng" w="15875">
            <a:solidFill>
              <a:srgbClr val="AE8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b="0" i="0" lang="fr-FR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 vais peut-être trouver des choses supplémentaires pendant l’analyse.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2023-03-17T20:58:30Z</dcterms:created>
  <dc:creator>JeY jEy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