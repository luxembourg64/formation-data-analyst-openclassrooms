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c28d163b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13c28d163b2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c28d163b2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13c28d163b2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0970d57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250970d574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4903072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f49030727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Cahier des charges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Élaboration</a:t>
            </a: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 d’un Portfolio</a:t>
            </a: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370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948275" y="15123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6059" lvl="0" marL="22860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  <a:p>
            <a:pPr indent="-226059" lvl="0" marL="228600" rtl="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indent="-226059" lvl="0" marL="228600" rtl="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indent="-226059" lvl="0" marL="228600" rtl="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indent="-226059" lvl="0" marL="228600" rtl="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</a:t>
            </a: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fonctionnelles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indent="-226059" lvl="0" marL="228600" rtl="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indent="-226059" lvl="0" marL="228600" rtl="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Contraintes techniques et réglementaires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indent="-226059" lvl="0" marL="228600" rtl="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Qualité et performance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indent="-226059" lvl="0" marL="228600" rtl="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  <a:p>
            <a:pPr indent="-226059" lvl="0" marL="228600" rtl="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Devis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Courte présentation du projet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esoins de l’entreprise/ du client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Raisons du besoin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Objectifs SMART d’élaboration d’un portfolio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É</a:t>
            </a: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quipe projet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Composition de l’équipe projet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Qui travaille sur le projet ?</a:t>
            </a:r>
            <a:br>
              <a:rPr lang="fr-FR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Principes ergonomiques du portfolio</a:t>
            </a:r>
            <a:br>
              <a:rPr lang="fr-FR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1651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Principes de navigation</a:t>
            </a: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 et UX design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Spécifications fonctionnelle</a:t>
            </a: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Liste des fonctionnalités qui vont être mises en place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Prise en compte du besoin client et de ses potentielles évolutions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Prise en compte de la l</a:t>
            </a: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égislation française et européenne</a:t>
            </a: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 (RGPD)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Contraintes et spécificités</a:t>
            </a: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 techniques et réglementaires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Exemples de c</a:t>
            </a: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hoix techniques pour le portfolio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Nom de l'hébergeur et nom de domaine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Types d'appareils et navigateurs compatibles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CMS et extensions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Pratiques en sécurité et sauvegarde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Respect du RGPD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Qualité et performance (1)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5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Contraintes à prendre en compte :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34327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temps ?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34327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budget ?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34327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règles fournies par le client ?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34327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chartes ?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34327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demandes particulières ?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5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Référentiels qualité (Opquast, W3C...) 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5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Modalités de recette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Qualité et performance (2)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KPI à suivre pour vérifier le bon déroulé du projet.</a:t>
            </a:r>
            <a:br>
              <a:rPr lang="fr-FR"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1 au minimum dans chaque catégorie :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fr-FR" sz="2400"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fr-FR" sz="2400">
                <a:latin typeface="Montserrat"/>
                <a:ea typeface="Montserrat"/>
                <a:cs typeface="Montserrat"/>
                <a:sym typeface="Montserrat"/>
              </a:rPr>
              <a:t>oûts 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fr-FR" sz="2400">
                <a:latin typeface="Montserrat"/>
                <a:ea typeface="Montserrat"/>
                <a:cs typeface="Montserrat"/>
                <a:sym typeface="Montserrat"/>
              </a:rPr>
              <a:t>Délais 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fr-FR" sz="2400">
                <a:latin typeface="Montserrat"/>
                <a:ea typeface="Montserrat"/>
                <a:cs typeface="Montserrat"/>
                <a:sym typeface="Montserrat"/>
              </a:rPr>
              <a:t>Qualité 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fr-FR" sz="2400">
                <a:latin typeface="Montserrat"/>
                <a:ea typeface="Montserrat"/>
                <a:cs typeface="Montserrat"/>
                <a:sym typeface="Montserrat"/>
              </a:rPr>
              <a:t>Efficacité et avancement du projet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Liste synthétique des dates clés du projet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latin typeface="Montserrat"/>
                <a:ea typeface="Montserrat"/>
                <a:cs typeface="Montserrat"/>
                <a:sym typeface="Montserrat"/>
              </a:rPr>
              <a:t>Devis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Liste synthétique et coût des différentes catégories du devis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RH, achats matériels et immatériels ainsi que la marge commerciale</a:t>
            </a:r>
            <a:br>
              <a:rPr lang="fr-FR">
                <a:latin typeface="Montserrat"/>
                <a:ea typeface="Montserrat"/>
                <a:cs typeface="Montserrat"/>
                <a:sym typeface="Montserrat"/>
              </a:rPr>
            </a:b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Prix final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